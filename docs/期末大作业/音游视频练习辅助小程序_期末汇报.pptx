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4" r:id="rId12"/>
    <p:sldId id="265" r:id="rId13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114800"/>
            <a:ext cx="3657600" cy="3657600"/>
          </a:xfrm>
          <a:prstGeom prst="ellipse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1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音游视频练习辅助小程序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531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Rhythm Practice — WeChat Mini Program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3474720"/>
            <a:ext cx="267919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期末大作业汇报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572000"/>
            <a:ext cx="8531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基于微信小程序 + 云开发 | AI 智能润色 | AB 循环播放 | 变速练习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669280"/>
            <a:ext cx="8531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GitHub: github.com/CLY826/music-game-video-tool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项目概况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486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项目简介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937760" cy="1989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「音游视频练习辅助小程序」是一款专为音游玩家设计的练习辅助工具。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玩家可以上传自己的练习视频，按音游分类浏览和管理，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利用 AB 循环和变速播放反复练习难点段落，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还能借助 AI 润色功能优化备注说明，让分享更专业。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技术栈：微信原生小程序 + 云开发 + </a:t>
            </a:r>
            <a:r>
              <a:rPr>
                <a:sym typeface="+mn-ea"/>
              </a:rPr>
              <a:t>Hy3-preview</a:t>
            </a:r>
            <a:r>
              <a:t>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212080" cy="3200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600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功能页面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8562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首页/分类/上传/播放/搜索/社区/个人中心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331720"/>
            <a:ext cx="109728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rPr lang="en-US"/>
              <a:t>5</a:t>
            </a:r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863840" y="2331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云函数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587752"/>
            <a:ext cx="347472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login / getVideos /  addComment / getComments / aiPolish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063240"/>
            <a:ext cx="109728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rPr lang="en-US"/>
              <a:t>5</a:t>
            </a:r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863840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数据库集合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319272"/>
            <a:ext cx="347472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game / video / comment / user</a:t>
            </a:r>
            <a:r>
              <a:rPr lang="en-US"/>
              <a:t>/</a:t>
            </a:r>
            <a:r>
              <a:rPr lang="en-US"/>
              <a:t>favorite</a:t>
            </a:r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587490" y="3749040"/>
            <a:ext cx="1454785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97%+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794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后端覆盖率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0507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Jest 单元测试 + 接口测试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1417320" cy="365760"/>
          </a:xfrm>
          <a:prstGeom prst="roundRect">
            <a:avLst/>
          </a:prstGeom>
          <a:solidFill>
            <a:srgbClr val="E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047488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游戏分类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48840" y="5029200"/>
            <a:ext cx="1417320" cy="365760"/>
          </a:xfrm>
          <a:prstGeom prst="roundRect">
            <a:avLst/>
          </a:prstGeom>
          <a:solidFill>
            <a:srgbClr val="E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8840" y="5047488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视频上传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49040" y="5029200"/>
            <a:ext cx="1417320" cy="365760"/>
          </a:xfrm>
          <a:prstGeom prst="roundRect">
            <a:avLst/>
          </a:prstGeom>
          <a:solidFill>
            <a:srgbClr val="E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40" y="5047488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AB 循环播放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49240" y="5029200"/>
            <a:ext cx="1417320" cy="365760"/>
          </a:xfrm>
          <a:prstGeom prst="roundRect">
            <a:avLst/>
          </a:prstGeom>
          <a:solidFill>
            <a:srgbClr val="E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9240" y="5047488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变速播放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5029200"/>
            <a:ext cx="1417320" cy="365760"/>
          </a:xfrm>
          <a:prstGeom prst="roundRect">
            <a:avLst/>
          </a:prstGeom>
          <a:solidFill>
            <a:srgbClr val="E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047488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关键词搜索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49640" y="5029200"/>
            <a:ext cx="1417320" cy="365760"/>
          </a:xfrm>
          <a:prstGeom prst="roundRect">
            <a:avLst/>
          </a:prstGeom>
          <a:solidFill>
            <a:srgbClr val="E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5047488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社区互动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49840" y="5029200"/>
            <a:ext cx="1417320" cy="365760"/>
          </a:xfrm>
          <a:prstGeom prst="roundRect">
            <a:avLst/>
          </a:prstGeom>
          <a:solidFill>
            <a:srgbClr val="E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49840" y="5047488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AI 润色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Technical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91672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前端展示层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微信小程序原生框架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WXML / WXSS / 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7 个功能页面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48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首页 | 分类 | 上传 | 播放 | 搜索 | 社区 | 个人中心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Tab Bar 导航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2148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首页 / 社区 / 我的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651760"/>
            <a:ext cx="2130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⬇  云开发 SDK  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017520"/>
            <a:ext cx="11091672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08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微信云开发层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520440"/>
            <a:ext cx="3200400" cy="100584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566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云函数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547872"/>
            <a:ext cx="1828800" cy="78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login</a:t>
            </a:r>
            <a:br/>
            <a:r>
              <a:t>getVideos</a:t>
            </a:r>
            <a:br/>
            <a:r>
              <a:t>addComment</a:t>
            </a:r>
            <a:br/>
            <a:r>
              <a:t>getComments</a:t>
            </a:r>
            <a:br/>
            <a:r>
              <a:t>aiPolish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520440"/>
            <a:ext cx="3200400" cy="100584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566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云数据库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547872"/>
            <a:ext cx="1828800" cy="78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game 集合</a:t>
            </a:r>
            <a:br/>
            <a:r>
              <a:t>video 集合</a:t>
            </a:r>
            <a:br/>
            <a:r>
              <a:t>comment 集合</a:t>
            </a:r>
            <a:br/>
            <a:r>
              <a:t>user 集合</a:t>
            </a:r>
          </a:p>
          <a:p>
            <a:pPr algn="l"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en-US"/>
              <a:t>favorite </a:t>
            </a:r>
            <a:r>
              <a:rPr lang="zh-CN" altLang="en-US"/>
              <a:t>集合</a:t>
            </a:r>
            <a:endParaRPr lang="zh-CN" altLang="en-US"/>
          </a:p>
        </p:txBody>
      </p:sp>
      <p:sp>
        <p:nvSpPr>
          <p:cNvPr id="24" name="Rounded Rectangle 23"/>
          <p:cNvSpPr/>
          <p:nvPr/>
        </p:nvSpPr>
        <p:spPr>
          <a:xfrm>
            <a:off x="8138160" y="3520440"/>
            <a:ext cx="3200400" cy="100584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3566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云存储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547872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视频文件存储</a:t>
            </a:r>
            <a:br/>
            <a:r>
              <a:t>封面图存储</a:t>
            </a:r>
            <a:br/>
            <a:r>
              <a:t>自动上传</a:t>
            </a:r>
            <a:br/>
            <a:r>
              <a:t>临时 URL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663440"/>
            <a:ext cx="2130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⬇  HTTPS API  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29200"/>
            <a:ext cx="11091672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20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AI 服务层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TokenHub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742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大模型 API 平台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Hy3-preview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5742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文本生成模型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OpenAI 兼容格式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742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标准 Chat Completions 接口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智能润色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742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音游社区写作助手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核心功能：视频播放器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Core Feature: Video Player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播放器核心能力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103120"/>
            <a:ext cx="73152" cy="6400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57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🎵  AB 循环播放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35915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设定起始点(A)和结束点(B)，片段自动循环，</a:t>
            </a:r>
            <a:br/>
            <a:r>
              <a:t>反复练习难点段落，无需手动拖拽进度条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54680"/>
            <a:ext cx="73152" cy="6400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⚡  变速播放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41071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支持 0.5x / 0.75x / 1.0x / 1.25x / 1.5x 倍速，</a:t>
            </a:r>
            <a:br/>
            <a:r>
              <a:t>慢放观察细节，正常速度验证手感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206240"/>
            <a:ext cx="73152" cy="6400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160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📋  视频信息展示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46227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显示歌曲名、音游分类、练习备注、时长等信息，</a:t>
            </a:r>
            <a:br/>
            <a:r>
              <a:t>配合 AI 润色后的专业描述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257799"/>
            <a:ext cx="73152" cy="6400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2120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💬  评论区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513831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视频下方评论互动，分享练习心得和技巧，</a:t>
            </a:r>
            <a:br/>
            <a:r>
              <a:t>支持实时获取和发布评论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371600"/>
            <a:ext cx="5394960" cy="47548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播放器交互流程</a:t>
            </a:r>
          </a:p>
        </p:txBody>
      </p:sp>
      <p:sp>
        <p:nvSpPr>
          <p:cNvPr id="23" name="Oval 22"/>
          <p:cNvSpPr/>
          <p:nvPr/>
        </p:nvSpPr>
        <p:spPr>
          <a:xfrm>
            <a:off x="6492240" y="2148840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1671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56832" y="2514600"/>
            <a:ext cx="36576" cy="2926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进入播放页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3957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通过视频列表/社区/搜索进入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2807208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82549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56832" y="3172968"/>
            <a:ext cx="36576" cy="2926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28072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加载视频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05409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自动获取临时 URL 并播放</a:t>
            </a:r>
          </a:p>
        </p:txBody>
      </p:sp>
      <p:sp>
        <p:nvSpPr>
          <p:cNvPr id="33" name="Oval 32"/>
          <p:cNvSpPr/>
          <p:nvPr/>
        </p:nvSpPr>
        <p:spPr>
          <a:xfrm>
            <a:off x="6492240" y="3465576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48386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56832" y="3831336"/>
            <a:ext cx="36576" cy="2926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3465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设定 AB 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7124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点击标记按钮设定循环范围</a:t>
            </a:r>
          </a:p>
        </p:txBody>
      </p:sp>
      <p:sp>
        <p:nvSpPr>
          <p:cNvPr id="38" name="Oval 37"/>
          <p:cNvSpPr/>
          <p:nvPr/>
        </p:nvSpPr>
        <p:spPr>
          <a:xfrm>
            <a:off x="6492240" y="4123944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1422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56832" y="4489704"/>
            <a:ext cx="36576" cy="2926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0" y="41239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调整速度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3708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切换倍速适配练习需求</a:t>
            </a:r>
          </a:p>
        </p:txBody>
      </p:sp>
      <p:sp>
        <p:nvSpPr>
          <p:cNvPr id="43" name="Oval 42"/>
          <p:cNvSpPr/>
          <p:nvPr/>
        </p:nvSpPr>
        <p:spPr>
          <a:xfrm>
            <a:off x="6492240" y="4782312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4800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56832" y="5148072"/>
            <a:ext cx="36576" cy="2926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0" y="47823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循环播放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5029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AB 区间自动循环，专注练习</a:t>
            </a:r>
          </a:p>
        </p:txBody>
      </p:sp>
      <p:sp>
        <p:nvSpPr>
          <p:cNvPr id="48" name="Oval 47"/>
          <p:cNvSpPr/>
          <p:nvPr/>
        </p:nvSpPr>
        <p:spPr>
          <a:xfrm>
            <a:off x="6492240" y="5440679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5458967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54406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查看/发布评论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5687567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互动交流，分享心得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AI 润色功能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AI Polish Feature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48640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AI 润色工作流程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03120"/>
            <a:ext cx="4754880" cy="64008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19456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128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76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用户输入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423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输入练习备注文本（歌曲名+音游名）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880360"/>
            <a:ext cx="4754880" cy="64008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297180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9900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953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云函数调用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200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aiPolish 云函数接收请求，拼接 Prompt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657600"/>
            <a:ext cx="4754880" cy="64008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374904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7673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730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TokenHub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9776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发送至 Hy3-preview 模型，temperature=0.7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434840"/>
            <a:ext cx="4754880" cy="64008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452628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5445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507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智能润色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754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保持原意、优化表达、加入音游术语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212080"/>
            <a:ext cx="4754880" cy="64008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0120" y="530352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3218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2852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返回结果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5321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返回润色后文本，用户确认后保存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1371600"/>
            <a:ext cx="52120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1463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System Prompt 设计要点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192024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1. 保持用户原意不变，只优化表达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2. 语气自然、像真实玩家，不官方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3. 加入音游术语（FC、AP、PM、收歌、手元等）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4. 保留关键信息（难点位置、练习目标）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5. 字数控制在 50~150 字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6. 适当使用 emoji 增加趣味性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794760"/>
            <a:ext cx="521208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3886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润色效果示例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5120" y="4343400"/>
            <a:ext cx="4663440" cy="77724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43891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00"/>
                </a:solidFill>
                <a:latin typeface="微软雅黑" panose="020B0503020204020204" charset="-122"/>
              </a:defRPr>
            </a:pPr>
            <a:r>
              <a:t>原文：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6177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这个谱面中间那段纵连很难，总是断，多练练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75120" y="5257800"/>
            <a:ext cx="4663440" cy="777240"/>
          </a:xfrm>
          <a:prstGeom prst="roundRect">
            <a:avLst/>
          </a:prstGeom>
          <a:solidFill>
            <a:srgbClr val="E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5303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53"/>
                </a:solidFill>
                <a:latin typeface="微软雅黑" panose="020B0503020204020204" charset="-122"/>
              </a:defRPr>
            </a:pPr>
            <a:r>
              <a:t>润色：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55321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🎵 中段纵连段是 PM 的关键障碍，需要反复练习收歌节奏感，目标先稳定 FC 再冲 AP！💪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Database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6517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51760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Consolas" panose="020B0609020204030204"/>
              </a:defRPr>
            </a:pPr>
            <a:r>
              <a:t>game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音游分类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name - 音游名称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icon - Emoji图标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color - 主题色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sort - 排序权重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videoCount - 视频数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663440"/>
            <a:ext cx="2377440" cy="457200"/>
          </a:xfrm>
          <a:prstGeom prst="roundRect">
            <a:avLst/>
          </a:prstGeom>
          <a:solidFill>
            <a:srgbClr val="E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所有人可读，认证用户可写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1371600"/>
            <a:ext cx="26517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29000" y="1371600"/>
            <a:ext cx="2651760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Consolas" panose="020B0609020204030204"/>
              </a:defRPr>
            </a:pPr>
            <a:r>
              <a:t>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视频信息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songName - 歌曲名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gameId/gameName - 关联音游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desc - 练习备注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videoFileId - 云存储ID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4069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openid - 上传者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4663440"/>
            <a:ext cx="2377440" cy="457200"/>
          </a:xfrm>
          <a:prstGeom prst="roundRect">
            <a:avLst/>
          </a:prstGeom>
          <a:solidFill>
            <a:srgbClr val="E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所有人可读，创建者可写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1371600"/>
            <a:ext cx="26517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09360" y="1371600"/>
            <a:ext cx="2651760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Consolas" panose="020B0609020204030204"/>
              </a:defRPr>
            </a:pPr>
            <a:r>
              <a:t>comment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评论数据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videoId - 关联视频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content - 评论内容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openid - 评论者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authorName - 昵称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069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createTime - 时间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46520" y="4663440"/>
            <a:ext cx="2377440" cy="457200"/>
          </a:xfrm>
          <a:prstGeom prst="roundRect">
            <a:avLst/>
          </a:prstGeom>
          <a:solidFill>
            <a:srgbClr val="E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所有人可读，创建者可写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9720" y="1371600"/>
            <a:ext cx="26517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189720" y="1371600"/>
            <a:ext cx="2651760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7260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Consolas" panose="020B0609020204030204"/>
              </a:defRPr>
            </a:pPr>
            <a:r>
              <a:t>user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用户信息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openid - 唯一标识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nickName - 昵称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60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avatarUrl - 头像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6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createTime - 注册时间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4069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lastLoginTime - 登录时间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26880" y="4663440"/>
            <a:ext cx="2377440" cy="457200"/>
          </a:xfrm>
          <a:prstGeom prst="roundRect">
            <a:avLst/>
          </a:prstGeom>
          <a:solidFill>
            <a:srgbClr val="E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7260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仅创建者可读写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760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安全规则示例：{"read": true, "write": "auth.openid == doc.openid"}  — 基于用户身份的细粒度权限控制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测试体系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Testing &amp;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后端测试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0C853"/>
                </a:solidFill>
                <a:latin typeface="微软雅黑" panose="020B0503020204020204" charset="-122"/>
              </a:defRPr>
            </a:pPr>
            <a:r>
              <a:t>97.01%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行覆盖率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单元测试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291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30 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云函数核心逻辑测试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接口测试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13 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703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API 入参/出参/异常测试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14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Mock 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114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wx-server-sdk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模拟云开发 SDK 调用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覆盖率工具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526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Jest + v8 provider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text / lcov / html 报告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371600"/>
            <a:ext cx="53949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前端测试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103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0C853"/>
                </a:solidFill>
                <a:latin typeface="微软雅黑" panose="020B0503020204020204" charset="-122"/>
              </a:defRPr>
            </a:pPr>
            <a:r>
              <a:t>92.89%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行覆盖率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291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组件测试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291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17 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页面生命周期与交互逻辑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网络请求测试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6 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703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云函数调用模拟测试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114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Mock 策略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114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wx-globals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全局 wx 对象模拟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覆盖率工具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526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Jest + v8 provider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text / lcov / html 报告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后端覆盖率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623560"/>
            <a:ext cx="11091672" cy="2286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48640" y="5623560"/>
            <a:ext cx="10758921" cy="2286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89788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前端覆盖率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6217920"/>
            <a:ext cx="11091672" cy="2286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48640" y="6217920"/>
            <a:ext cx="10303054" cy="22860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CI/CD 流水线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Continuous Integration &amp;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Backend Job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4754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922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onsolas" panose="020B0609020204030204"/>
              </a:defRPr>
            </a:pPr>
            <a:r>
              <a:t>actions/checkout@v4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79222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拉取代码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176272"/>
            <a:ext cx="27432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286000"/>
            <a:ext cx="4754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408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onsolas" panose="020B0609020204030204"/>
              </a:defRPr>
            </a:pPr>
            <a:r>
              <a:t>actions/setup-node@v4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3408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Node.js 22 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724912"/>
            <a:ext cx="27432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834640"/>
            <a:ext cx="4754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895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onsolas" panose="020B0609020204030204"/>
              </a:defRPr>
            </a:pPr>
            <a:r>
              <a:t>npm 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8895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安装根依赖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3273552"/>
            <a:ext cx="27432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3383279"/>
            <a:ext cx="4754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3814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onsolas" panose="020B0609020204030204"/>
              </a:defRPr>
            </a:pPr>
            <a:r>
              <a:t>npm ci (tests/)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438143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安装测试依赖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3822191"/>
            <a:ext cx="27432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3931920"/>
            <a:ext cx="4754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867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onsolas" panose="020B0609020204030204"/>
              </a:defRPr>
            </a:pPr>
            <a:r>
              <a:t>ESLint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9867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云函数代码规范检查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4370832"/>
            <a:ext cx="27432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1520" y="4480560"/>
            <a:ext cx="4754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354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onsolas" panose="020B0609020204030204"/>
              </a:defRPr>
            </a:pPr>
            <a:r>
              <a:t>Jest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53542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运行后端测试 + 覆盖率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4919472"/>
            <a:ext cx="27432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1520" y="5029199"/>
            <a:ext cx="4754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08406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onsolas" panose="020B0609020204030204"/>
              </a:defRPr>
            </a:pPr>
            <a:r>
              <a:t>Codecov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084063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上传覆盖率报告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Frontend Job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1737360"/>
            <a:ext cx="4754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17922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onsolas" panose="020B0609020204030204"/>
              </a:defRPr>
            </a:pPr>
            <a:r>
              <a:t>actions/checkout@v4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179222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拉取代码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0" y="2176272"/>
            <a:ext cx="27432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0" y="2286000"/>
            <a:ext cx="4754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23408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onsolas" panose="020B0609020204030204"/>
              </a:defRPr>
            </a:pPr>
            <a:r>
              <a:t>actions/setup-node@v4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23408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Node.js 22 LTS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78240" y="2724912"/>
            <a:ext cx="27432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00800" y="2834640"/>
            <a:ext cx="4754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28895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onsolas" panose="020B0609020204030204"/>
              </a:defRPr>
            </a:pPr>
            <a:r>
              <a:t>npm ci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28895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安装根依赖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78240" y="3273552"/>
            <a:ext cx="27432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00800" y="3383279"/>
            <a:ext cx="4754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343814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onsolas" panose="020B0609020204030204"/>
              </a:defRPr>
            </a:pPr>
            <a:r>
              <a:t>npm ci (tests/)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3438143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安装测试依赖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3822191"/>
            <a:ext cx="27432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400800" y="3931920"/>
            <a:ext cx="4754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39867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onsolas" panose="020B0609020204030204"/>
              </a:defRPr>
            </a:pPr>
            <a:r>
              <a:t>ESLint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39867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页面代码规范检查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78240" y="4370832"/>
            <a:ext cx="27432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400800" y="4480560"/>
            <a:ext cx="4754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0" y="45354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onsolas" panose="020B0609020204030204"/>
              </a:defRPr>
            </a:pPr>
            <a:r>
              <a:t>Jest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453542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运行前端测试 + 覆盖率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78240" y="4919472"/>
            <a:ext cx="27432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400800" y="5029199"/>
            <a:ext cx="4754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0" y="508406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onsolas" panose="020B0609020204030204"/>
              </a:defRPr>
            </a:pPr>
            <a:r>
              <a:t>Codecov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69680" y="5084063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上传覆盖率报告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8640" y="5669280"/>
            <a:ext cx="11091672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触发条件：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86000" y="5760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Push → main / develop 分支  |  Pull Request → main 分支  |  环境变量: FORCE_JAVASCRIPT_ACTIONS_TO_NODE24=true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73152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zh-CN"/>
              <a:t>成果</a:t>
            </a:r>
            <a:r>
              <a:rPr lang="zh-CN"/>
              <a:t>截图</a:t>
            </a:r>
            <a:endParaRPr lang="zh-CN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8025" y="365760"/>
            <a:ext cx="6153150" cy="1016000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2205" y="1628140"/>
            <a:ext cx="4369435" cy="4803775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" y="1628140"/>
            <a:ext cx="417703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项目结构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Project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029200" cy="47548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目录结构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FFA0"/>
                </a:solidFill>
                <a:latin typeface="Consolas" panose="020B0609020204030204"/>
              </a:defRPr>
            </a:pPr>
            <a:r>
              <a:t>rhythm-practice/</a:t>
            </a:r>
            <a:br/>
            <a:r>
              <a:t>├── cloudfunctions/</a:t>
            </a:r>
            <a:br/>
            <a:r>
              <a:t>│   ├── addComment/</a:t>
            </a:r>
            <a:br/>
            <a:r>
              <a:t>│   ├── aiPolish/</a:t>
            </a:r>
            <a:br/>
            <a:r>
              <a:t>│   ├── getComments/</a:t>
            </a:r>
            <a:br/>
            <a:r>
              <a:t>│   ├── getVideos/</a:t>
            </a:r>
            <a:br/>
            <a:r>
              <a:t>│   ├── login/</a:t>
            </a:r>
            <a:br/>
            <a:r>
              <a:t>│   └── uploadVideo/</a:t>
            </a:r>
            <a:br/>
            <a:r>
              <a:t>├── pages/</a:t>
            </a:r>
            <a:br/>
            <a:r>
              <a:t>│   ├── index/       首页</a:t>
            </a:r>
            <a:br/>
            <a:r>
              <a:t>│   ├── category/    分类</a:t>
            </a:r>
            <a:br/>
            <a:r>
              <a:t>│   ├── upload/      上传</a:t>
            </a:r>
            <a:br/>
            <a:r>
              <a:t>│   ├── player/      播放器</a:t>
            </a:r>
            <a:br/>
            <a:r>
              <a:t>│   ├── search/      搜索</a:t>
            </a:r>
            <a:br/>
            <a:r>
              <a:t>│   ├── community/   社区</a:t>
            </a:r>
            <a:br/>
            <a:r>
              <a:t>│   └── profile/     个人中心</a:t>
            </a:r>
            <a:br/>
            <a:r>
              <a:t>├── tests/</a:t>
            </a:r>
            <a:br/>
            <a:r>
              <a:t>│   ├── backend/     后端测试</a:t>
            </a:r>
            <a:br/>
            <a:r>
              <a:t>│   └── frontend/    前端测试</a:t>
            </a:r>
            <a:br/>
            <a:r>
              <a:t>├── .github/</a:t>
            </a:r>
            <a:br/>
            <a:r>
              <a:t>│   └── workflows/</a:t>
            </a:r>
            <a:br/>
            <a:r>
              <a:t>│       └── ci.yml   CI配置</a:t>
            </a:r>
            <a:br/>
            <a:r>
              <a:t>├── app.js / app.json / app.wxss</a:t>
            </a:r>
            <a:br/>
            <a:r>
              <a:t>└── project.config.json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371600"/>
            <a:ext cx="566928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技术选型总览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57400"/>
            <a:ext cx="73152" cy="3657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前端框架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011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微信小程序原生开发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240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WXML / WXSS / JavaScript，无需额外框架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651760"/>
            <a:ext cx="73152" cy="3657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后端服务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606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微信云开发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834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云函数 + 云数据库 + 云存储，零运维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246120"/>
            <a:ext cx="73152" cy="3657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AI 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200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TokenHub API (Hy3-preview)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429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OpenAI 兼容接口，智能文本润色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840480"/>
            <a:ext cx="73152" cy="3657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794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测试框架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794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Jest + ESLint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023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单元测试、组件测试、代码规范检查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434840"/>
            <a:ext cx="73152" cy="3657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389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CI/CD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389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GitHub Actions + Codecov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617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自动化构建、测试、覆盖率追踪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029200"/>
            <a:ext cx="73152" cy="3657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983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运行时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983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Node.js 22 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5212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CI 环境与云函数运行时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5623560"/>
            <a:ext cx="73152" cy="3657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5577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版本控制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577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Git + GitHub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5806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分支管理、PR 审查、持续集成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731520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463040"/>
            <a:ext cx="267919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项目成果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  完成 7 个功能页面的设计与开发，覆盖完整的用户使用流程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9748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  实现 6 个云函数，支持登录、视频管理、评论、AI 润色等核心功能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  后端测试覆盖率 97.01%，前端测试覆盖率 92.89%，总计 66 个测试用例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204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  搭建 GitHub Actions CI/CD 流水线，自动化代码质量检查与覆盖率追踪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3192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  集成 TokenHub AI API，实现智能备注润色，提升用户体验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C63FF"/>
                </a:solidFill>
                <a:latin typeface="微软雅黑" panose="020B0503020204020204" charset="-122"/>
              </a:defRPr>
            </a:pPr>
            <a:r>
              <a:t>未来展望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937760"/>
            <a:ext cx="9445752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→  </a:t>
            </a:r>
            <a:r>
              <a:rPr lang="zh-CN" altLang="en-US"/>
              <a:t>谱面难度标注 — 社区协作标注谱面难度（如定数），帮助新手选歌</a:t>
            </a:r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371600" y="5285232"/>
            <a:ext cx="9445752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→  </a:t>
            </a:r>
            <a:r>
              <a:rPr lang="zh-CN" altLang="en-US"/>
              <a:t>视频转码与压缩 — 上传时自动压缩，减少存储和流量成本</a:t>
            </a:r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371600" y="5632704"/>
            <a:ext cx="9445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→  云服务正式部署，支持生产环境运行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980176"/>
            <a:ext cx="9445752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→  </a:t>
            </a:r>
            <a:r>
              <a:rPr lang="zh-CN" altLang="en-US"/>
              <a:t>生产部署 — 正式上线微信小程序，提交审核发布</a:t>
            </a:r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1371600" y="6327648"/>
            <a:ext cx="9445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→  更多 AI 功能：自动标签、谱面分析、练习建议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3996</Words>
  <Application>WPS 演示</Application>
  <PresentationFormat>On-screen Show (4:3)</PresentationFormat>
  <Paragraphs>517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WPS_1701176365</cp:lastModifiedBy>
  <cp:revision>10</cp:revision>
  <dcterms:created xsi:type="dcterms:W3CDTF">2013-01-27T09:14:00Z</dcterms:created>
  <dcterms:modified xsi:type="dcterms:W3CDTF">2026-06-28T02:37:47Z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F88E9D5E12EC4A56B5CC1188B37AADF8_12</vt:lpwstr>
  </property>
</Properties>
</file>